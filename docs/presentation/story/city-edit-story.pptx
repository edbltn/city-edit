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bas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waypoint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aypoint-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waypoint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vote-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graph-to-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block-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top-proposal-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top-proposal-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